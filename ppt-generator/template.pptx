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12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8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1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76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2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5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2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33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26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26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95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3009-C7A3-4744-BBC1-310E7394208A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6EDC-C5C3-4DAA-83DC-826BB57C9A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69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6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538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Berto Quintino</dc:creator>
  <cp:lastModifiedBy>Vinicius Berto Quintino</cp:lastModifiedBy>
  <cp:revision>1</cp:revision>
  <dcterms:created xsi:type="dcterms:W3CDTF">2026-01-28T14:17:49Z</dcterms:created>
  <dcterms:modified xsi:type="dcterms:W3CDTF">2026-01-28T14:17:55Z</dcterms:modified>
</cp:coreProperties>
</file>