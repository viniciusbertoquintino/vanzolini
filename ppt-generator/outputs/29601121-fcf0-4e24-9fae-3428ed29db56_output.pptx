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12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8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1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76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2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5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2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33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26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26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9583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Título do Slide 1</a:t>
            </a:r>
          </a:p>
          <a:p>
            <a:r>
              <a:t>Este é o texto do prsimeiro slide.</a:t>
            </a:r>
          </a:p>
          <a:p>
            <a:r>
              <a:t>Nada aqui pode ser alterado.</a:t>
            </a:r>
          </a:p>
        </p:txBody>
      </p:sp>
    </p:spTree>
    <p:extLst>
      <p:ext uri="{BB962C8B-B14F-4D97-AF65-F5344CB8AC3E}">
        <p14:creationId xmlns:p14="http://schemas.microsoft.com/office/powerpoint/2010/main" val="250869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Título do Slide 2</a:t>
            </a:r>
          </a:p>
          <a:p>
            <a:r>
              <a:t>Este é o texto do segundo slide.</a:t>
            </a:r>
          </a:p>
          <a:p>
            <a:r>
              <a:t>Texto exatamente como deve aparecer.</a:t>
            </a:r>
          </a:p>
        </p:txBody>
      </p:sp>
    </p:spTree>
    <p:extLst>
      <p:ext uri="{BB962C8B-B14F-4D97-AF65-F5344CB8AC3E}">
        <p14:creationId xmlns:p14="http://schemas.microsoft.com/office/powerpoint/2010/main" val="26476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538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Berto Quintino</dc:creator>
  <cp:lastModifiedBy>Vinicius Berto Quintino</cp:lastModifiedBy>
  <cp:revision>1</cp:revision>
  <dcterms:created xsi:type="dcterms:W3CDTF">2026-01-28T14:17:49Z</dcterms:created>
  <dcterms:modified xsi:type="dcterms:W3CDTF">2026-01-28T14:17:55Z</dcterms:modified>
</cp:coreProperties>
</file>