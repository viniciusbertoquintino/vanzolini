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88342-F688-44E3-A887-7A2E85A0029D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1CB5-6897-4CDE-A589-17850AD35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034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 – 1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88342-F688-44E3-A887-7A2E85A0029D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1CB5-6897-4CDE-A589-17850AD35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282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–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88342-F688-44E3-A887-7A2E85A0029D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1CB5-6897-4CDE-A589-17850AD35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0511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88342-F688-44E3-A887-7A2E85A0029D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21CB5-6897-4CDE-A589-17850AD35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45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62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Berto Quintino</dc:creator>
  <cp:lastModifiedBy>Vinicius Berto Quintino</cp:lastModifiedBy>
  <cp:revision>3</cp:revision>
  <dcterms:created xsi:type="dcterms:W3CDTF">2026-01-29T17:21:32Z</dcterms:created>
  <dcterms:modified xsi:type="dcterms:W3CDTF">2026-01-29T18:30:34Z</dcterms:modified>
</cp:coreProperties>
</file>